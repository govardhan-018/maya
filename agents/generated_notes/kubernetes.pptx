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streamlines container management by automating scaling, ensuring reliability through self-healing, and enabling declarative configurations. Its multi-cloud flexibility allows deployment across diverse environments, while RBAC ensures secure access. Persistent storage integration is critical for stateful applications, making it a cornerstone of modern cloud-native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architecture relies on nodes (control plane and workers) to manage workloads. Pods encapsulate containers, while Services provide internal networking. Deployments handle updates without downtime, and StatefulSets ensure stable identities for stateful apps. Ingress simplifies external access, making the system scalable and secure for enterprise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transforms infrastructure management by enabling scalable, resilient applications. Its versatility suits microservices and CI/CD workflows, but mastering it requires practice. Start with hands-on labs to grasp deployments and networking, then leverage community tools and certifications to deepen expertise. Prioritize security and automation to maximize ROI in cloud-native environments.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Kubernetes Overview</a:t>
            </a:r>
          </a:p>
        </p:txBody>
      </p:sp>
      <p:sp>
        <p:nvSpPr>
          <p:cNvPr id="3" name="Subtitle 2"/>
          <p:cNvSpPr>
            <a:spLocks noGrp="1"/>
          </p:cNvSpPr>
          <p:nvPr>
            <p:ph type="subTitle" idx="1"/>
          </p:nvPr>
        </p:nvSpPr>
        <p:spPr/>
        <p:txBody>
          <a:bodyPr/>
          <a:lstStyle/>
          <a:p>
            <a:pPr>
              <a:defRPr sz="1800"/>
            </a:pPr>
            <a:r>
              <a:t>Orchestration of containers across clusters</a:t>
            </a:r>
          </a:p>
          <a:p>
            <a:pPr>
              <a:defRPr sz="1800"/>
            </a:pPr>
            <a:r>
              <a:t>Automated scaling and self-healing</a:t>
            </a:r>
          </a:p>
          <a:p>
            <a:pPr>
              <a:defRPr sz="1800"/>
            </a:pPr>
            <a:r>
              <a:t>Declarative configuration with YAML</a:t>
            </a:r>
          </a:p>
          <a:p>
            <a:pPr>
              <a:defRPr sz="1800"/>
            </a:pPr>
            <a:r>
              <a:t>Multi-cloud and hybrid deployment support</a:t>
            </a:r>
          </a:p>
          <a:p>
            <a:pPr>
              <a:defRPr sz="1800"/>
            </a:pPr>
            <a:r>
              <a:t>Persistent storage management</a:t>
            </a:r>
          </a:p>
          <a:p>
            <a:pPr>
              <a:defRPr sz="1800"/>
            </a:pPr>
            <a:r>
              <a:t>Role-based access control (RBAC)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Concepts &amp; Architecture</a:t>
            </a:r>
          </a:p>
        </p:txBody>
      </p:sp>
      <p:sp>
        <p:nvSpPr>
          <p:cNvPr id="3" name="Content Placeholder 2"/>
          <p:cNvSpPr>
            <a:spLocks noGrp="1"/>
          </p:cNvSpPr>
          <p:nvPr>
            <p:ph idx="1"/>
          </p:nvPr>
        </p:nvSpPr>
        <p:spPr/>
        <p:txBody>
          <a:bodyPr/>
          <a:lstStyle/>
          <a:p>
            <a:pPr>
              <a:defRPr sz="1800"/>
            </a:pPr>
            <a:r>
              <a:t>Kubernetes manages nodes (masters/workers)</a:t>
            </a:r>
          </a:p>
          <a:p>
            <a:pPr>
              <a:defRPr sz="1800"/>
            </a:pPr>
            <a:r>
              <a:t>Pods as smallest deployable units</a:t>
            </a:r>
          </a:p>
          <a:p>
            <a:pPr>
              <a:defRPr sz="1800"/>
            </a:pPr>
            <a:r>
              <a:t>Services abstract network access</a:t>
            </a:r>
          </a:p>
          <a:p>
            <a:pPr>
              <a:defRPr sz="1800"/>
            </a:pPr>
            <a:r>
              <a:t>Deployments ensure rolling updates</a:t>
            </a:r>
          </a:p>
          <a:p>
            <a:pPr>
              <a:defRPr sz="1800"/>
            </a:pPr>
            <a:r>
              <a:t>StatefulSets for persistent applications</a:t>
            </a:r>
          </a:p>
          <a:p>
            <a:pPr>
              <a:defRPr sz="1800"/>
            </a:pPr>
            <a:r>
              <a:t>Ingress for external HTTP/HTTPS routing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&amp; Next Steps</a:t>
            </a:r>
          </a:p>
        </p:txBody>
      </p:sp>
      <p:sp>
        <p:nvSpPr>
          <p:cNvPr id="3" name="Content Placeholder 2"/>
          <p:cNvSpPr>
            <a:spLocks noGrp="1"/>
          </p:cNvSpPr>
          <p:nvPr>
            <p:ph idx="1"/>
          </p:nvPr>
        </p:nvSpPr>
        <p:spPr/>
        <p:txBody>
          <a:bodyPr/>
          <a:lstStyle/>
          <a:p>
            <a:pPr>
              <a:defRPr sz="1800"/>
            </a:pPr>
            <a:r>
              <a:t>Benefits: Scalability, reliability, cost-efficiency</a:t>
            </a:r>
          </a:p>
          <a:p>
            <a:pPr>
              <a:defRPr sz="1800"/>
            </a:pPr>
            <a:r>
              <a:t>Use cases: Microservices, CI/CD pipelines, stateful apps</a:t>
            </a:r>
          </a:p>
          <a:p>
            <a:pPr>
              <a:defRPr sz="1800"/>
            </a:pPr>
            <a:r>
              <a:t>Next steps: Hands-on labs, community resources, certifications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